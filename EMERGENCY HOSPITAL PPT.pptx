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0273D4-147F-B61C-C1CB-06A0A3141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6364" y="89777"/>
            <a:ext cx="5199271" cy="462313"/>
          </a:xfrm>
        </p:spPr>
        <p:txBody>
          <a:bodyPr>
            <a:noAutofit/>
          </a:bodyPr>
          <a:lstStyle/>
          <a:p>
            <a:pPr algn="ctr"/>
            <a:r>
              <a:rPr lang="en-IN" sz="2000" dirty="0">
                <a:latin typeface="Arial Black" panose="020B0A04020102020204" pitchFamily="34" charset="0"/>
              </a:rPr>
              <a:t>Hospital emergency </a:t>
            </a:r>
            <a:r>
              <a:rPr lang="en-IN" sz="2000" dirty="0" err="1">
                <a:latin typeface="Arial Black" panose="020B0A04020102020204" pitchFamily="34" charset="0"/>
              </a:rPr>
              <a:t>Dashbord</a:t>
            </a:r>
            <a:endParaRPr lang="en-IN" sz="2000" dirty="0">
              <a:latin typeface="Arial Black" panose="020B0A04020102020204" pitchFamily="34" charset="0"/>
            </a:endParaRPr>
          </a:p>
          <a:p>
            <a:pPr algn="ctr"/>
            <a:endParaRPr lang="en-VG" sz="2000" dirty="0">
              <a:latin typeface="Arial Black" panose="020B0A040201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BB1DBC9-1CA5-24B3-5899-A9D9C3F0DFBF}"/>
              </a:ext>
            </a:extLst>
          </p:cNvPr>
          <p:cNvSpPr/>
          <p:nvPr/>
        </p:nvSpPr>
        <p:spPr>
          <a:xfrm>
            <a:off x="595219" y="1523561"/>
            <a:ext cx="2061715" cy="75049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dirty="0">
                <a:latin typeface="Segoe UI Black" panose="020B0A02040204020203" pitchFamily="34" charset="0"/>
                <a:ea typeface="Segoe UI Black" panose="020B0A02040204020203" pitchFamily="34" charset="0"/>
              </a:rPr>
              <a:t>BUISNESS REQUIREMENT</a:t>
            </a:r>
          </a:p>
          <a:p>
            <a:pPr algn="ctr"/>
            <a:endParaRPr lang="en-VG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240BC3E-3C7D-62D2-BF88-CBEE0E2C744B}"/>
              </a:ext>
            </a:extLst>
          </p:cNvPr>
          <p:cNvSpPr/>
          <p:nvPr/>
        </p:nvSpPr>
        <p:spPr>
          <a:xfrm>
            <a:off x="3209025" y="1514735"/>
            <a:ext cx="2061714" cy="75049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sz="1600" dirty="0">
                <a:latin typeface="Segoe UI Black" panose="020B0A02040204020203" pitchFamily="34" charset="0"/>
                <a:ea typeface="Segoe UI Black" panose="020B0A02040204020203" pitchFamily="34" charset="0"/>
              </a:rPr>
              <a:t>UDERSTANDING OF DATA</a:t>
            </a:r>
          </a:p>
          <a:p>
            <a:pPr algn="ctr"/>
            <a:endParaRPr lang="en-VG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1185E5-D5B2-C631-6DC8-C56EC7360B64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2656934" y="1889984"/>
            <a:ext cx="552091" cy="88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4D922CF-B481-17FF-0177-D0C56910B3AA}"/>
              </a:ext>
            </a:extLst>
          </p:cNvPr>
          <p:cNvSpPr/>
          <p:nvPr/>
        </p:nvSpPr>
        <p:spPr>
          <a:xfrm>
            <a:off x="5900465" y="1514736"/>
            <a:ext cx="2061714" cy="75049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 CONECTION…(IMPORT DATA POWER QUERY)</a:t>
            </a:r>
            <a:endParaRPr lang="en-VG" sz="12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23C7EA1-E830-9DFD-C4DB-28FA6871EB8D}"/>
              </a:ext>
            </a:extLst>
          </p:cNvPr>
          <p:cNvCxnSpPr>
            <a:cxnSpLocks/>
          </p:cNvCxnSpPr>
          <p:nvPr/>
        </p:nvCxnSpPr>
        <p:spPr>
          <a:xfrm>
            <a:off x="5270739" y="1886470"/>
            <a:ext cx="6297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55E17FD-7590-E8C5-2F17-4CACC0E75EFB}"/>
              </a:ext>
            </a:extLst>
          </p:cNvPr>
          <p:cNvSpPr/>
          <p:nvPr/>
        </p:nvSpPr>
        <p:spPr>
          <a:xfrm>
            <a:off x="8591905" y="1499879"/>
            <a:ext cx="2061715" cy="7653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sz="1200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 CLEANING &amp; CHECK QUALITY </a:t>
            </a:r>
          </a:p>
          <a:p>
            <a:pPr algn="ctr"/>
            <a:r>
              <a:rPr lang="en-IN" sz="1200" dirty="0">
                <a:latin typeface="Segoe UI Black" panose="020B0A02040204020203" pitchFamily="34" charset="0"/>
                <a:ea typeface="Segoe UI Black" panose="020B0A02040204020203" pitchFamily="34" charset="0"/>
              </a:rPr>
              <a:t>ON POWER QUERY</a:t>
            </a:r>
          </a:p>
          <a:p>
            <a:pPr algn="ctr"/>
            <a:endParaRPr lang="en-VG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84A8C4D-08CB-89B5-EDEB-2DB39F952A44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 flipV="1">
            <a:off x="7962179" y="1882556"/>
            <a:ext cx="629726" cy="74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9946E99-3042-68A4-38C0-53777B2E05DB}"/>
              </a:ext>
            </a:extLst>
          </p:cNvPr>
          <p:cNvSpPr/>
          <p:nvPr/>
        </p:nvSpPr>
        <p:spPr>
          <a:xfrm>
            <a:off x="595220" y="2967488"/>
            <a:ext cx="2061715" cy="75049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sz="1400" dirty="0">
                <a:latin typeface="Segoe UI Black" panose="020B0A02040204020203" pitchFamily="34" charset="0"/>
                <a:ea typeface="Segoe UI Black" panose="020B0A02040204020203" pitchFamily="34" charset="0"/>
              </a:rPr>
              <a:t>CREATE CALENDER TABLE ON POWER QUERY</a:t>
            </a:r>
          </a:p>
          <a:p>
            <a:pPr algn="ctr"/>
            <a:endParaRPr lang="en-VG" dirty="0"/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2ADD4592-B229-4466-B072-0B90E47F63DF}"/>
              </a:ext>
            </a:extLst>
          </p:cNvPr>
          <p:cNvCxnSpPr>
            <a:cxnSpLocks/>
            <a:stCxn id="15" idx="3"/>
          </p:cNvCxnSpPr>
          <p:nvPr/>
        </p:nvCxnSpPr>
        <p:spPr>
          <a:xfrm flipH="1">
            <a:off x="310551" y="1882556"/>
            <a:ext cx="10343069" cy="783006"/>
          </a:xfrm>
          <a:prstGeom prst="bentConnector3">
            <a:avLst>
              <a:gd name="adj1" fmla="val -221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2D3ED1E6-D819-0154-57BE-2273041C4877}"/>
              </a:ext>
            </a:extLst>
          </p:cNvPr>
          <p:cNvCxnSpPr>
            <a:endCxn id="22" idx="1"/>
          </p:cNvCxnSpPr>
          <p:nvPr/>
        </p:nvCxnSpPr>
        <p:spPr>
          <a:xfrm rot="16200000" flipH="1">
            <a:off x="114298" y="2861814"/>
            <a:ext cx="677175" cy="28466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659E793-6922-D733-F230-F5BD0B7D3CAB}"/>
              </a:ext>
            </a:extLst>
          </p:cNvPr>
          <p:cNvSpPr/>
          <p:nvPr/>
        </p:nvSpPr>
        <p:spPr>
          <a:xfrm>
            <a:off x="3209025" y="2934980"/>
            <a:ext cx="2061715" cy="78300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 MODELING POEWR PIVOT</a:t>
            </a:r>
            <a:endParaRPr lang="en-VG" sz="16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E3D7363-7230-DC7E-3847-110196E10BEC}"/>
              </a:ext>
            </a:extLst>
          </p:cNvPr>
          <p:cNvCxnSpPr>
            <a:cxnSpLocks/>
            <a:stCxn id="22" idx="3"/>
            <a:endCxn id="33" idx="1"/>
          </p:cNvCxnSpPr>
          <p:nvPr/>
        </p:nvCxnSpPr>
        <p:spPr>
          <a:xfrm flipV="1">
            <a:off x="2656935" y="3326483"/>
            <a:ext cx="552090" cy="16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80DCFC3-D485-5A04-66BB-B3A8E8A8E77A}"/>
              </a:ext>
            </a:extLst>
          </p:cNvPr>
          <p:cNvSpPr/>
          <p:nvPr/>
        </p:nvSpPr>
        <p:spPr>
          <a:xfrm>
            <a:off x="5900465" y="2934980"/>
            <a:ext cx="2061715" cy="78300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sz="1400" dirty="0">
                <a:latin typeface="Segoe UI Black" panose="020B0A02040204020203" pitchFamily="34" charset="0"/>
                <a:ea typeface="Segoe UI Black" panose="020B0A02040204020203" pitchFamily="34" charset="0"/>
              </a:rPr>
              <a:t>ADD REQUIRED COLUMNS(DAX CALCULATE) </a:t>
            </a:r>
            <a:endParaRPr lang="en-VG" sz="14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64D69A0-F611-C32B-C59B-0D5CF5F2EA04}"/>
              </a:ext>
            </a:extLst>
          </p:cNvPr>
          <p:cNvCxnSpPr>
            <a:cxnSpLocks/>
            <a:stCxn id="33" idx="3"/>
            <a:endCxn id="39" idx="1"/>
          </p:cNvCxnSpPr>
          <p:nvPr/>
        </p:nvCxnSpPr>
        <p:spPr>
          <a:xfrm>
            <a:off x="5270740" y="3326483"/>
            <a:ext cx="6297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12B7218-6103-97D2-3233-9FB4C19CB95A}"/>
              </a:ext>
            </a:extLst>
          </p:cNvPr>
          <p:cNvSpPr/>
          <p:nvPr/>
        </p:nvSpPr>
        <p:spPr>
          <a:xfrm>
            <a:off x="8591906" y="2934980"/>
            <a:ext cx="2061714" cy="78300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sz="1400" dirty="0">
                <a:latin typeface="Segoe UI Black" panose="020B0A02040204020203" pitchFamily="34" charset="0"/>
                <a:ea typeface="Segoe UI Black" panose="020B0A02040204020203" pitchFamily="34" charset="0"/>
              </a:rPr>
              <a:t>CREATING PIVOTS AND DASHBORD LAYOUTS</a:t>
            </a:r>
          </a:p>
          <a:p>
            <a:pPr algn="ctr"/>
            <a:endParaRPr lang="en-VG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6D3AF35-7B06-9E4D-6091-6222AEF1EB27}"/>
              </a:ext>
            </a:extLst>
          </p:cNvPr>
          <p:cNvCxnSpPr>
            <a:cxnSpLocks/>
            <a:stCxn id="39" idx="3"/>
            <a:endCxn id="43" idx="1"/>
          </p:cNvCxnSpPr>
          <p:nvPr/>
        </p:nvCxnSpPr>
        <p:spPr>
          <a:xfrm>
            <a:off x="7962180" y="3326483"/>
            <a:ext cx="6297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762B3746-AF91-32F3-C9BA-668DADD56951}"/>
              </a:ext>
            </a:extLst>
          </p:cNvPr>
          <p:cNvCxnSpPr>
            <a:cxnSpLocks/>
            <a:stCxn id="43" idx="3"/>
          </p:cNvCxnSpPr>
          <p:nvPr/>
        </p:nvCxnSpPr>
        <p:spPr>
          <a:xfrm flipH="1">
            <a:off x="310551" y="3326483"/>
            <a:ext cx="10343069" cy="779691"/>
          </a:xfrm>
          <a:prstGeom prst="bentConnector3">
            <a:avLst>
              <a:gd name="adj1" fmla="val -221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6FE7265-AFBE-E33E-DC1A-0FF02C02D386}"/>
              </a:ext>
            </a:extLst>
          </p:cNvPr>
          <p:cNvSpPr/>
          <p:nvPr/>
        </p:nvSpPr>
        <p:spPr>
          <a:xfrm>
            <a:off x="595220" y="4377249"/>
            <a:ext cx="2061714" cy="77969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sz="1400" dirty="0">
                <a:latin typeface="Segoe UI Black" panose="020B0A02040204020203" pitchFamily="34" charset="0"/>
                <a:ea typeface="Segoe UI Black" panose="020B0A02040204020203" pitchFamily="34" charset="0"/>
              </a:rPr>
              <a:t>CHRTS DEVLOPMENET &amp; FORMATING</a:t>
            </a:r>
          </a:p>
          <a:p>
            <a:pPr algn="ctr"/>
            <a:endParaRPr lang="en-VG" dirty="0"/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D3C0C6E9-8523-8973-3662-3707D0A8BA9F}"/>
              </a:ext>
            </a:extLst>
          </p:cNvPr>
          <p:cNvCxnSpPr>
            <a:endCxn id="50" idx="1"/>
          </p:cNvCxnSpPr>
          <p:nvPr/>
        </p:nvCxnSpPr>
        <p:spPr>
          <a:xfrm rot="16200000" flipH="1">
            <a:off x="122425" y="4294299"/>
            <a:ext cx="660921" cy="28466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212405C0-FFAC-0AB5-3591-8B82DFEF8718}"/>
              </a:ext>
            </a:extLst>
          </p:cNvPr>
          <p:cNvSpPr txBox="1"/>
          <p:nvPr/>
        </p:nvSpPr>
        <p:spPr>
          <a:xfrm>
            <a:off x="586596" y="746472"/>
            <a:ext cx="2346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PROJECT STEPS</a:t>
            </a:r>
            <a:endParaRPr lang="en-V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3C710314-F17E-9F42-B224-3485FC1AE02F}"/>
              </a:ext>
            </a:extLst>
          </p:cNvPr>
          <p:cNvSpPr/>
          <p:nvPr/>
        </p:nvSpPr>
        <p:spPr>
          <a:xfrm>
            <a:off x="3269411" y="4377248"/>
            <a:ext cx="2070338" cy="77969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Segoe UI Black" panose="020B0A02040204020203" pitchFamily="34" charset="0"/>
                <a:ea typeface="Segoe UI Black" panose="020B0A02040204020203" pitchFamily="34" charset="0"/>
              </a:rPr>
              <a:t>DASHBOARD REPORT</a:t>
            </a:r>
            <a:endParaRPr lang="en-VG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EB538EC-87BF-A58A-9CC2-505F5D2F9E22}"/>
              </a:ext>
            </a:extLst>
          </p:cNvPr>
          <p:cNvCxnSpPr>
            <a:cxnSpLocks/>
            <a:stCxn id="50" idx="3"/>
            <a:endCxn id="56" idx="1"/>
          </p:cNvCxnSpPr>
          <p:nvPr/>
        </p:nvCxnSpPr>
        <p:spPr>
          <a:xfrm flipV="1">
            <a:off x="2656934" y="4767094"/>
            <a:ext cx="61247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898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7A32E-1EA3-EE48-4283-B5C793E98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89" y="385315"/>
            <a:ext cx="5167222" cy="563592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 Black" panose="020B0A04020102020204" pitchFamily="34" charset="0"/>
              </a:rPr>
              <a:t>PURPOSE PROJECT</a:t>
            </a:r>
            <a:endParaRPr lang="en-VG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8EE03-2C0A-9980-BB86-3FD24D703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348" y="1710747"/>
            <a:ext cx="9091943" cy="3649133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WE NEED TO CTEATE A HOSPITAL EMERGENCY ANALYSIS DASHBOARD IN EXCEL TO IMPROVE EFFICIENCY AND PROVIDE INSIGHTS.THIS DASHBOARD WILL HELP ANALYSIS MAKE TO DECISION MANAGING PATIENT AND IMPROVING SERVICES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endParaRPr lang="en-VG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289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E3C11-9025-9D4B-CF05-719669F03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9167" y="0"/>
            <a:ext cx="5042139" cy="986287"/>
          </a:xfrm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/>
          <a:lstStyle/>
          <a:p>
            <a:r>
              <a:rPr lang="en-IN" dirty="0">
                <a:latin typeface="Segoe UI Black" panose="020B0A02040204020203" pitchFamily="34" charset="0"/>
                <a:ea typeface="Segoe UI Black" panose="020B0A02040204020203" pitchFamily="34" charset="0"/>
              </a:rPr>
              <a:t>KPI’S REQUIREMENT</a:t>
            </a:r>
            <a:endParaRPr lang="en-VG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959D7-041B-727A-D243-DEAD39A6A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287" y="1374317"/>
            <a:ext cx="10131425" cy="364913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92D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NUMBER OF PATIENTS</a:t>
            </a:r>
            <a:r>
              <a:rPr lang="en-IN" dirty="0">
                <a:latin typeface="Segoe UI Black" panose="020B0A02040204020203" pitchFamily="34" charset="0"/>
                <a:ea typeface="Segoe UI Black" panose="020B0A02040204020203" pitchFamily="34" charset="0"/>
              </a:rPr>
              <a:t>:</a:t>
            </a:r>
          </a:p>
          <a:p>
            <a:pPr marL="0" indent="0">
              <a:buNone/>
            </a:pPr>
            <a:r>
              <a:rPr lang="en-IN" dirty="0">
                <a:latin typeface="Segoe UI Black" panose="020B0A02040204020203" pitchFamily="34" charset="0"/>
                <a:ea typeface="Segoe UI Black" panose="020B0A02040204020203" pitchFamily="34" charset="0"/>
              </a:rPr>
              <a:t>      </a:t>
            </a:r>
            <a:r>
              <a:rPr lang="en-IN" sz="1200" dirty="0">
                <a:solidFill>
                  <a:srgbClr val="FFC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COUNT THE TOTAL NUMBER OF PATIENTS VISITING THR ER EACH DAY 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FFC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        SHOW A DAILY TREND WITH AN AREA APARKLINE TO SPOT PATTERN LIKE BUSY DAYS OR SEASONAL TREND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92D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AVERAGE WAIT TIME</a:t>
            </a:r>
            <a:r>
              <a:rPr lang="en-IN" dirty="0">
                <a:latin typeface="Segoe UI Black" panose="020B0A02040204020203" pitchFamily="34" charset="0"/>
                <a:ea typeface="Segoe UI Black" panose="020B0A02040204020203" pitchFamily="34" charset="0"/>
              </a:rPr>
              <a:t>: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FFC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         FIND THE AVERAGE TIME PATIENTS WAIT TO SEE A MEDICAL PROFESSIONAL.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92D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PATIENT SATISFACTION SCORE</a:t>
            </a:r>
            <a:r>
              <a:rPr lang="en-IN" dirty="0">
                <a:latin typeface="Segoe UI Black" panose="020B0A02040204020203" pitchFamily="34" charset="0"/>
                <a:ea typeface="Segoe UI Black" panose="020B0A02040204020203" pitchFamily="34" charset="0"/>
              </a:rPr>
              <a:t>: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FFC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         CHECK THE AVERAGE DAILY SATISFACTION SCORE OF PATIENTS TO ASSESS SERVICE QUALITY.</a:t>
            </a:r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IN" dirty="0"/>
              <a:t> 	</a:t>
            </a:r>
            <a:endParaRPr lang="en-VG" dirty="0"/>
          </a:p>
        </p:txBody>
      </p:sp>
    </p:spTree>
    <p:extLst>
      <p:ext uri="{BB962C8B-B14F-4D97-AF65-F5344CB8AC3E}">
        <p14:creationId xmlns:p14="http://schemas.microsoft.com/office/powerpoint/2010/main" val="1213005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92B35-BAC6-487C-7F09-6FE1623C3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861" y="227162"/>
            <a:ext cx="5572664" cy="839638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CHART TO CREATE</a:t>
            </a:r>
            <a:endParaRPr lang="en-VG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E370E-5E18-9898-F289-7A0D8DA6C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594" y="1538218"/>
            <a:ext cx="10131425" cy="3649133"/>
          </a:xfrm>
        </p:spPr>
        <p:txBody>
          <a:bodyPr/>
          <a:lstStyle/>
          <a:p>
            <a:r>
              <a:rPr lang="en-IN" dirty="0">
                <a:solidFill>
                  <a:srgbClr val="92D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PATIENTS ADDMISION STATUS </a:t>
            </a:r>
            <a:r>
              <a:rPr lang="en-IN" dirty="0">
                <a:latin typeface="Segoe UI Black" panose="020B0A02040204020203" pitchFamily="34" charset="0"/>
                <a:ea typeface="Segoe UI Black" panose="020B0A02040204020203" pitchFamily="34" charset="0"/>
              </a:rPr>
              <a:t>: </a:t>
            </a:r>
            <a:r>
              <a:rPr lang="en-IN" dirty="0">
                <a:solidFill>
                  <a:schemeClr val="accent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SHOW HOW MANY PATIENTS ARE ADMITES VS NOT ADMITED.</a:t>
            </a:r>
          </a:p>
          <a:p>
            <a:r>
              <a:rPr lang="en-IN" dirty="0">
                <a:solidFill>
                  <a:srgbClr val="92D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PATIENTS AGE DISTRIBUTION </a:t>
            </a:r>
            <a:r>
              <a:rPr lang="en-IN" dirty="0">
                <a:latin typeface="Segoe UI Black" panose="020B0A02040204020203" pitchFamily="34" charset="0"/>
                <a:ea typeface="Segoe UI Black" panose="020B0A02040204020203" pitchFamily="34" charset="0"/>
              </a:rPr>
              <a:t>: </a:t>
            </a:r>
            <a:r>
              <a:rPr lang="en-IN" dirty="0">
                <a:solidFill>
                  <a:schemeClr val="accent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GROUP PATIENT BY AGE.</a:t>
            </a:r>
          </a:p>
          <a:p>
            <a:r>
              <a:rPr lang="en-IN" dirty="0">
                <a:solidFill>
                  <a:srgbClr val="92D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TIMELINES</a:t>
            </a:r>
            <a:r>
              <a:rPr lang="en-IN" dirty="0">
                <a:latin typeface="Segoe UI Black" panose="020B0A02040204020203" pitchFamily="34" charset="0"/>
                <a:ea typeface="Segoe UI Black" panose="020B0A02040204020203" pitchFamily="34" charset="0"/>
              </a:rPr>
              <a:t> : </a:t>
            </a:r>
            <a:r>
              <a:rPr lang="en-IN" dirty="0">
                <a:solidFill>
                  <a:schemeClr val="accent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MEASURE THE PERCENTAGE OF PATIENT SEEN WITHIN 30MIN.</a:t>
            </a:r>
          </a:p>
          <a:p>
            <a:r>
              <a:rPr lang="en-IN" dirty="0">
                <a:solidFill>
                  <a:srgbClr val="92D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GENDER ANALYSIS </a:t>
            </a:r>
            <a:r>
              <a:rPr lang="en-IN" dirty="0">
                <a:latin typeface="Segoe UI Black" panose="020B0A02040204020203" pitchFamily="34" charset="0"/>
                <a:ea typeface="Segoe UI Black" panose="020B0A02040204020203" pitchFamily="34" charset="0"/>
              </a:rPr>
              <a:t>: </a:t>
            </a:r>
            <a:r>
              <a:rPr lang="en-IN" dirty="0">
                <a:solidFill>
                  <a:schemeClr val="accent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DISPLAY THE NUMBER OF PATIENT BY GENDER.</a:t>
            </a:r>
          </a:p>
          <a:p>
            <a:r>
              <a:rPr lang="en-IN" dirty="0">
                <a:solidFill>
                  <a:srgbClr val="92D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DEPARTMENT REFERRALS </a:t>
            </a:r>
            <a:r>
              <a:rPr lang="en-IN" dirty="0">
                <a:latin typeface="Segoe UI Black" panose="020B0A02040204020203" pitchFamily="34" charset="0"/>
                <a:ea typeface="Segoe UI Black" panose="020B0A02040204020203" pitchFamily="34" charset="0"/>
              </a:rPr>
              <a:t>: </a:t>
            </a:r>
            <a:r>
              <a:rPr lang="en-IN" dirty="0">
                <a:solidFill>
                  <a:schemeClr val="accent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CHECK WHICH DEPARTMENTS PATIENTS ARE REFERED TO THE MOST.</a:t>
            </a:r>
            <a:endParaRPr lang="en-VG" dirty="0">
              <a:solidFill>
                <a:schemeClr val="accent5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4347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{8C6998C9-3F15-45A1-A878-39A1293D5133}TFb5ae2469-0bae-4978-b0e0-39dd046150ff9a115ede-a9c3cc5252b0</Template>
  <TotalTime>827</TotalTime>
  <Words>222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Cambria</vt:lpstr>
      <vt:lpstr>Segoe UI Black</vt:lpstr>
      <vt:lpstr>Wingdings</vt:lpstr>
      <vt:lpstr>Celestial</vt:lpstr>
      <vt:lpstr>PowerPoint Presentation</vt:lpstr>
      <vt:lpstr>PURPOSE PROJECT</vt:lpstr>
      <vt:lpstr>KPI’S REQUIREMENT</vt:lpstr>
      <vt:lpstr>CHART TO CREATE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Huddar</dc:creator>
  <cp:lastModifiedBy>Aditya Huddar</cp:lastModifiedBy>
  <cp:revision>3</cp:revision>
  <dcterms:created xsi:type="dcterms:W3CDTF">2025-11-15T08:02:09Z</dcterms:created>
  <dcterms:modified xsi:type="dcterms:W3CDTF">2025-11-17T14:47:48Z</dcterms:modified>
</cp:coreProperties>
</file>